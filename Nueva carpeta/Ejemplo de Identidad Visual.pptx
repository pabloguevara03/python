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embeddedFontLst>
    <p:embeddedFont>
      <p:font typeface="Outfit" pitchFamily="2" charset="0"/>
      <p:regular r:id="rId4"/>
    </p:embeddedFont>
    <p:embeddedFont>
      <p:font typeface="Outfit Black" pitchFamily="2" charset="0"/>
      <p:bold r:id="rId5"/>
    </p:embeddedFont>
    <p:embeddedFont>
      <p:font typeface="Outfit ExtraBold" pitchFamily="2" charset="0"/>
      <p:bold r:id="rId6"/>
    </p:embeddedFont>
  </p:embeddedFontLst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8086"/>
    <a:srgbClr val="CCFF99"/>
    <a:srgbClr val="FF9A9F"/>
    <a:srgbClr val="66FF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5" Type="http://schemas.openxmlformats.org/officeDocument/2006/relationships/font" Target="fonts/font2.fntdata"/><Relationship Id="rId10" Type="http://schemas.openxmlformats.org/officeDocument/2006/relationships/tableStyles" Target="tableStyles.xml"/><Relationship Id="rId4" Type="http://schemas.openxmlformats.org/officeDocument/2006/relationships/font" Target="fonts/font1.fntdata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AE8FE5-5A1A-841E-A061-6211E50CEF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VE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CFF0BC7-D671-8B5B-974B-8EAA3BA5D4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V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866CF26-CBA8-EB8E-612C-91A858BA0A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A06BD-ED08-457F-9136-19A22A6D7210}" type="datetimeFigureOut">
              <a:rPr lang="es-VE" smtClean="0"/>
              <a:t>20/3/2025</a:t>
            </a:fld>
            <a:endParaRPr lang="es-V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36923E7-EFC4-AFEC-48CE-37AEADDBFA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7774DBD-7B0C-A250-E476-9BC1CA8B93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6BE746-C484-40B3-ABA1-CB09EE6534E8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33235525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F61263-16CD-16F6-7E94-FC6989A882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V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5784258-72DA-F026-E911-7CB4A40503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V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7BA63B6-EDC0-D6D5-00F4-94D66FB115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A06BD-ED08-457F-9136-19A22A6D7210}" type="datetimeFigureOut">
              <a:rPr lang="es-VE" smtClean="0"/>
              <a:t>20/3/2025</a:t>
            </a:fld>
            <a:endParaRPr lang="es-V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EF22067-F689-95B9-FF51-25B611BDB0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6820FE2-550B-0E2D-E625-C5B13CDA9F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6BE746-C484-40B3-ABA1-CB09EE6534E8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17833115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978BC5-E6E3-4C84-B210-38E6A42E51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V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03FE7F8-F72E-3D6C-2648-418054C8AA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59A78E8-6A3C-5DF3-CFA4-FC5B062057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A06BD-ED08-457F-9136-19A22A6D7210}" type="datetimeFigureOut">
              <a:rPr lang="es-VE" smtClean="0"/>
              <a:t>20/3/2025</a:t>
            </a:fld>
            <a:endParaRPr lang="es-V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DC1B9A3-891C-7C0B-8D8B-94B980766D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23045F6-CBA0-C8B2-886F-6BE19D3673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6BE746-C484-40B3-ABA1-CB09EE6534E8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23281168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ED712B6-9D54-EB28-D807-C98FB378B8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V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A6BB480-96AE-E636-3AB6-9CBDAA5906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V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FC5503D-10C5-F4BB-DB16-A27374AC95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VE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0C9A4A7-524C-D9FB-AB7A-77DF5A9EC1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A06BD-ED08-457F-9136-19A22A6D7210}" type="datetimeFigureOut">
              <a:rPr lang="es-VE" smtClean="0"/>
              <a:t>20/3/2025</a:t>
            </a:fld>
            <a:endParaRPr lang="es-V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5A74BAD-BE8C-6EC7-58B3-0E1ACEB4E6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E2C879D-5CCA-0D1F-9B68-4479F6850B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6BE746-C484-40B3-ABA1-CB09EE6534E8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4758147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47D773-FC94-C3C8-79D3-B5D0ADD504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V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0D8A74B-8F4E-1E9A-7E98-9B9BEC73AC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06D91EA-74B3-2864-3297-2BBDBA5951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VE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97DE8EC2-7176-D77D-5EC6-0996277798F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CA382F06-058A-4596-44C2-CC670641712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VE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F454CC5A-EA20-35E2-622A-E95B9D8EC3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A06BD-ED08-457F-9136-19A22A6D7210}" type="datetimeFigureOut">
              <a:rPr lang="es-VE" smtClean="0"/>
              <a:t>20/3/2025</a:t>
            </a:fld>
            <a:endParaRPr lang="es-VE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A161A9F9-AFD7-F270-BA1F-C0BFED85DE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6A8159FC-14B5-9AAD-2058-540CB42DF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6BE746-C484-40B3-ABA1-CB09EE6534E8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16008891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8EED0E-E36A-E368-A657-EEEC6DD301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VE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51C39A28-78BA-54A4-B0C8-9352DBAD60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A06BD-ED08-457F-9136-19A22A6D7210}" type="datetimeFigureOut">
              <a:rPr lang="es-VE" smtClean="0"/>
              <a:t>20/3/2025</a:t>
            </a:fld>
            <a:endParaRPr lang="es-VE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48DF140C-584E-366E-81A7-FD7857B689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9B7F2D6D-EB87-068D-654D-D4457627C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6BE746-C484-40B3-ABA1-CB09EE6534E8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9027281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B9823088-B0F1-7EFD-426B-26D2BDF046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A06BD-ED08-457F-9136-19A22A6D7210}" type="datetimeFigureOut">
              <a:rPr lang="es-VE" smtClean="0"/>
              <a:t>20/3/2025</a:t>
            </a:fld>
            <a:endParaRPr lang="es-VE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7608A3D4-5DAD-3802-F2BD-F43B00B1BA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1E7F2F2-285A-EB4A-5EC6-4378952FF2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6BE746-C484-40B3-ABA1-CB09EE6534E8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11396664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70707A0-6163-0D04-3678-1BC0DE54CC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V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BF0D5FA-3970-BB74-224D-52BC2CD387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V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F94BFC4-1026-F0FD-83AA-F8085751EC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FDBD491-84B4-2B37-2DDF-DB83CC140E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A06BD-ED08-457F-9136-19A22A6D7210}" type="datetimeFigureOut">
              <a:rPr lang="es-VE" smtClean="0"/>
              <a:t>20/3/2025</a:t>
            </a:fld>
            <a:endParaRPr lang="es-V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73BF793-798A-D508-11F3-D0879557CC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5FD94BB-C46A-8C3C-0A48-2D6BAF5805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6BE746-C484-40B3-ABA1-CB09EE6534E8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7535539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B598F02-924C-1B32-7900-80D104F2B7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VE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3B97E1F0-F60C-3869-2125-1C782F8F63C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V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39939F4-F73E-03A1-1B0A-D83D23E299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EBF9037-E6B6-C6E7-03D3-C21534C1E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A06BD-ED08-457F-9136-19A22A6D7210}" type="datetimeFigureOut">
              <a:rPr lang="es-VE" smtClean="0"/>
              <a:t>20/3/2025</a:t>
            </a:fld>
            <a:endParaRPr lang="es-V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5627944-9146-87AA-938A-8F794F6F37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89723B0-61D7-F246-5F98-37FA8FCBB0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6BE746-C484-40B3-ABA1-CB09EE6534E8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25915557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2B2587-87F4-499F-CA67-91F61869DA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V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F577A52-C513-F937-BD2D-982701EF88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V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1E76EF8-E3E4-25D3-25A6-A9D7B14EB5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A06BD-ED08-457F-9136-19A22A6D7210}" type="datetimeFigureOut">
              <a:rPr lang="es-VE" smtClean="0"/>
              <a:t>20/3/2025</a:t>
            </a:fld>
            <a:endParaRPr lang="es-V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311B4BD-92F6-5378-E8F9-A1D5A3D31C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12E9532-06D1-A040-39FE-FCF57F977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6BE746-C484-40B3-ABA1-CB09EE6534E8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1476417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AA59DE26-98D4-1867-9D84-58CBCD099A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V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DA4D4585-4738-AEFD-ECB3-2AB66AC42C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V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DF1B6D0-A750-00E1-F15E-9FFF7A955F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A06BD-ED08-457F-9136-19A22A6D7210}" type="datetimeFigureOut">
              <a:rPr lang="es-VE" smtClean="0"/>
              <a:t>20/3/2025</a:t>
            </a:fld>
            <a:endParaRPr lang="es-V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3B26B05-FC04-F21D-93C8-FBDD055349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2AAADE3-5915-D6A4-0D8A-F069F1254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6BE746-C484-40B3-ABA1-CB09EE6534E8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8929377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B38A9DA5-5438-296A-8D8B-BBA6A91E10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V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1C7CDB2-11F6-A838-D783-5682AC86FD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V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1AF7C7F-CD28-8E5C-498F-2858878B7ED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8A06BD-ED08-457F-9136-19A22A6D7210}" type="datetimeFigureOut">
              <a:rPr lang="es-VE" smtClean="0"/>
              <a:t>20/3/2025</a:t>
            </a:fld>
            <a:endParaRPr lang="es-V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379C1D4-BA01-A067-59BF-22E4E71ADF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V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87CCDD6-6D07-953A-168C-A98FEB3C77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6BE746-C484-40B3-ABA1-CB09EE6534E8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41903333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ángulo 17">
            <a:extLst>
              <a:ext uri="{FF2B5EF4-FFF2-40B4-BE49-F238E27FC236}">
                <a16:creationId xmlns:a16="http://schemas.microsoft.com/office/drawing/2014/main" id="{266DCAA7-46DD-6900-6DE0-9E89333A7010}"/>
              </a:ext>
            </a:extLst>
          </p:cNvPr>
          <p:cNvSpPr/>
          <p:nvPr/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VE"/>
          </a:p>
        </p:txBody>
      </p:sp>
      <p:pic>
        <p:nvPicPr>
          <p:cNvPr id="7" name="Gráfico 6">
            <a:extLst>
              <a:ext uri="{FF2B5EF4-FFF2-40B4-BE49-F238E27FC236}">
                <a16:creationId xmlns:a16="http://schemas.microsoft.com/office/drawing/2014/main" id="{64F88EC5-1652-B968-6E20-B19C7E8A62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21352" y="339854"/>
            <a:ext cx="2749296" cy="2749292"/>
          </a:xfrm>
          <a:prstGeom prst="rect">
            <a:avLst/>
          </a:prstGeom>
        </p:spPr>
      </p:pic>
      <p:sp>
        <p:nvSpPr>
          <p:cNvPr id="20" name="Rectángulo 19">
            <a:extLst>
              <a:ext uri="{FF2B5EF4-FFF2-40B4-BE49-F238E27FC236}">
                <a16:creationId xmlns:a16="http://schemas.microsoft.com/office/drawing/2014/main" id="{8F87AFCC-F966-8471-8B3B-D08155D0792C}"/>
              </a:ext>
            </a:extLst>
          </p:cNvPr>
          <p:cNvSpPr/>
          <p:nvPr/>
        </p:nvSpPr>
        <p:spPr>
          <a:xfrm>
            <a:off x="0" y="3429000"/>
            <a:ext cx="12192000" cy="3447288"/>
          </a:xfrm>
          <a:prstGeom prst="rect">
            <a:avLst/>
          </a:prstGeom>
          <a:solidFill>
            <a:srgbClr val="FF9A9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VE"/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E44256C7-0AED-06A8-241A-F360019B3E04}"/>
              </a:ext>
            </a:extLst>
          </p:cNvPr>
          <p:cNvSpPr txBox="1"/>
          <p:nvPr/>
        </p:nvSpPr>
        <p:spPr>
          <a:xfrm>
            <a:off x="2154075" y="4398161"/>
            <a:ext cx="286488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VE" sz="3600" dirty="0">
                <a:solidFill>
                  <a:schemeClr val="tx1">
                    <a:lumMod val="85000"/>
                    <a:lumOff val="15000"/>
                  </a:schemeClr>
                </a:solidFill>
                <a:latin typeface="Outfit Black" pitchFamily="2" charset="0"/>
              </a:rPr>
              <a:t>Outfit Black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527C8758-8A87-D46D-545F-6B8608A0B019}"/>
              </a:ext>
            </a:extLst>
          </p:cNvPr>
          <p:cNvSpPr txBox="1"/>
          <p:nvPr/>
        </p:nvSpPr>
        <p:spPr>
          <a:xfrm>
            <a:off x="5192546" y="251980"/>
            <a:ext cx="180690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VE" sz="2000" u="sng" dirty="0">
                <a:solidFill>
                  <a:schemeClr val="bg2">
                    <a:lumMod val="10000"/>
                  </a:schemeClr>
                </a:solidFill>
                <a:latin typeface="Outfit" pitchFamily="2" charset="0"/>
              </a:rPr>
              <a:t>LOTUS</a:t>
            </a:r>
            <a:r>
              <a:rPr lang="es-VE" sz="2000" dirty="0">
                <a:solidFill>
                  <a:schemeClr val="bg2">
                    <a:lumMod val="10000"/>
                  </a:schemeClr>
                </a:solidFill>
                <a:latin typeface="Outfit" pitchFamily="2" charset="0"/>
              </a:rPr>
              <a:t> LOGO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E8F8DF80-843C-45DD-59DC-5248A202E9CE}"/>
              </a:ext>
            </a:extLst>
          </p:cNvPr>
          <p:cNvSpPr txBox="1"/>
          <p:nvPr/>
        </p:nvSpPr>
        <p:spPr>
          <a:xfrm>
            <a:off x="5247051" y="3680980"/>
            <a:ext cx="169790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>
                <a:solidFill>
                  <a:schemeClr val="bg2">
                    <a:lumMod val="10000"/>
                  </a:schemeClr>
                </a:solidFill>
                <a:latin typeface="Outfit" pitchFamily="2" charset="0"/>
              </a:rPr>
              <a:t>TIPOGRAFÍA</a:t>
            </a:r>
            <a:endParaRPr lang="es-VE" sz="2000" dirty="0">
              <a:solidFill>
                <a:schemeClr val="bg2">
                  <a:lumMod val="10000"/>
                </a:schemeClr>
              </a:solidFill>
              <a:latin typeface="Outfit" pitchFamily="2" charset="0"/>
            </a:endParaRP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373F2345-E938-F075-031F-5FA13E032B5F}"/>
              </a:ext>
            </a:extLst>
          </p:cNvPr>
          <p:cNvSpPr txBox="1"/>
          <p:nvPr/>
        </p:nvSpPr>
        <p:spPr>
          <a:xfrm>
            <a:off x="2154075" y="5260585"/>
            <a:ext cx="231986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VE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Outfit ExtraBold" pitchFamily="2" charset="0"/>
              </a:rPr>
              <a:t>Outfit Bold</a:t>
            </a: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24C07118-9BB8-5865-7156-21D141489B68}"/>
              </a:ext>
            </a:extLst>
          </p:cNvPr>
          <p:cNvSpPr txBox="1"/>
          <p:nvPr/>
        </p:nvSpPr>
        <p:spPr>
          <a:xfrm>
            <a:off x="7173037" y="4398161"/>
            <a:ext cx="139814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VE" sz="3600" dirty="0">
                <a:solidFill>
                  <a:schemeClr val="tx1">
                    <a:lumMod val="85000"/>
                    <a:lumOff val="15000"/>
                  </a:schemeClr>
                </a:solidFill>
                <a:latin typeface="Outfit Black" pitchFamily="2" charset="0"/>
              </a:rPr>
              <a:t>Lotus</a:t>
            </a: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251A96E3-4C70-52DF-4993-D45409BEBC03}"/>
              </a:ext>
            </a:extLst>
          </p:cNvPr>
          <p:cNvSpPr txBox="1"/>
          <p:nvPr/>
        </p:nvSpPr>
        <p:spPr>
          <a:xfrm>
            <a:off x="7173037" y="5199680"/>
            <a:ext cx="313225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VE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Outfit" pitchFamily="2" charset="0"/>
              </a:rPr>
              <a:t>Se trata de una aplicación</a:t>
            </a:r>
            <a:r>
              <a:rPr lang="es-VE" sz="2000" noProof="0" dirty="0">
                <a:solidFill>
                  <a:schemeClr val="tx1">
                    <a:lumMod val="85000"/>
                    <a:lumOff val="15000"/>
                  </a:schemeClr>
                </a:solidFill>
                <a:latin typeface="Outfit" pitchFamily="2" charset="0"/>
              </a:rPr>
              <a:t> móvil que ayuda en la gestión de pacientes de un centro de cuidados.</a:t>
            </a: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954BE6B3-4A7B-DF4A-0325-D678DB88E537}"/>
              </a:ext>
            </a:extLst>
          </p:cNvPr>
          <p:cNvSpPr txBox="1"/>
          <p:nvPr/>
        </p:nvSpPr>
        <p:spPr>
          <a:xfrm>
            <a:off x="2154075" y="6061454"/>
            <a:ext cx="214353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VE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Outfit" pitchFamily="2" charset="0"/>
              </a:rPr>
              <a:t>Outfit Regular</a:t>
            </a:r>
          </a:p>
        </p:txBody>
      </p:sp>
    </p:spTree>
    <p:extLst>
      <p:ext uri="{BB962C8B-B14F-4D97-AF65-F5344CB8AC3E}">
        <p14:creationId xmlns:p14="http://schemas.microsoft.com/office/powerpoint/2010/main" val="39059387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D479BF-1996-E05B-44CC-6A4FD0F574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ángulo 17">
            <a:extLst>
              <a:ext uri="{FF2B5EF4-FFF2-40B4-BE49-F238E27FC236}">
                <a16:creationId xmlns:a16="http://schemas.microsoft.com/office/drawing/2014/main" id="{14AEFF26-CDAB-4786-9915-B1720BE5E523}"/>
              </a:ext>
            </a:extLst>
          </p:cNvPr>
          <p:cNvSpPr/>
          <p:nvPr/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VE"/>
          </a:p>
        </p:txBody>
      </p:sp>
      <p:pic>
        <p:nvPicPr>
          <p:cNvPr id="7" name="Gráfico 6">
            <a:extLst>
              <a:ext uri="{FF2B5EF4-FFF2-40B4-BE49-F238E27FC236}">
                <a16:creationId xmlns:a16="http://schemas.microsoft.com/office/drawing/2014/main" id="{6D6FC3F2-F38E-57BF-0594-431F9E6BF3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21352" y="339854"/>
            <a:ext cx="2749296" cy="2749292"/>
          </a:xfrm>
          <a:prstGeom prst="rect">
            <a:avLst/>
          </a:prstGeom>
        </p:spPr>
      </p:pic>
      <p:sp>
        <p:nvSpPr>
          <p:cNvPr id="20" name="Rectángulo 19">
            <a:extLst>
              <a:ext uri="{FF2B5EF4-FFF2-40B4-BE49-F238E27FC236}">
                <a16:creationId xmlns:a16="http://schemas.microsoft.com/office/drawing/2014/main" id="{FA113AE6-91F7-55BA-2B64-5FACD2B532F1}"/>
              </a:ext>
            </a:extLst>
          </p:cNvPr>
          <p:cNvSpPr/>
          <p:nvPr/>
        </p:nvSpPr>
        <p:spPr>
          <a:xfrm>
            <a:off x="1" y="3429000"/>
            <a:ext cx="3912108" cy="3429000"/>
          </a:xfrm>
          <a:prstGeom prst="rect">
            <a:avLst/>
          </a:prstGeom>
          <a:solidFill>
            <a:srgbClr val="FF9A9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VE"/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CD7BA201-EFD2-09E7-1DA5-287DD2027548}"/>
              </a:ext>
            </a:extLst>
          </p:cNvPr>
          <p:cNvSpPr txBox="1"/>
          <p:nvPr/>
        </p:nvSpPr>
        <p:spPr>
          <a:xfrm>
            <a:off x="5192546" y="251980"/>
            <a:ext cx="180690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VE" sz="2000" u="sng" dirty="0">
                <a:solidFill>
                  <a:schemeClr val="bg2">
                    <a:lumMod val="10000"/>
                  </a:schemeClr>
                </a:solidFill>
                <a:latin typeface="Outfit" pitchFamily="2" charset="0"/>
              </a:rPr>
              <a:t>LOTUS</a:t>
            </a:r>
            <a:r>
              <a:rPr lang="es-VE" sz="2000" dirty="0">
                <a:solidFill>
                  <a:schemeClr val="bg2">
                    <a:lumMod val="10000"/>
                  </a:schemeClr>
                </a:solidFill>
                <a:latin typeface="Outfit" pitchFamily="2" charset="0"/>
              </a:rPr>
              <a:t> LOGO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89C69FBC-1EA5-0DEA-73A0-EB0C9A426DBF}"/>
              </a:ext>
            </a:extLst>
          </p:cNvPr>
          <p:cNvSpPr/>
          <p:nvPr/>
        </p:nvSpPr>
        <p:spPr>
          <a:xfrm>
            <a:off x="3912108" y="3429000"/>
            <a:ext cx="4367783" cy="3429000"/>
          </a:xfrm>
          <a:prstGeom prst="rect">
            <a:avLst/>
          </a:prstGeom>
          <a:solidFill>
            <a:srgbClr val="CCFF99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VE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AB15CAD1-7094-11A9-D114-00EA8380D701}"/>
              </a:ext>
            </a:extLst>
          </p:cNvPr>
          <p:cNvSpPr/>
          <p:nvPr/>
        </p:nvSpPr>
        <p:spPr>
          <a:xfrm>
            <a:off x="8279891" y="3429000"/>
            <a:ext cx="3912109" cy="3429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VE"/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6D52494C-A7DA-E5D6-BA36-013288561D8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3074" y="4169664"/>
            <a:ext cx="1965962" cy="1965960"/>
          </a:xfrm>
          <a:prstGeom prst="rect">
            <a:avLst/>
          </a:prstGeom>
        </p:spPr>
      </p:pic>
      <p:pic>
        <p:nvPicPr>
          <p:cNvPr id="6" name="Gráfico 5">
            <a:extLst>
              <a:ext uri="{FF2B5EF4-FFF2-40B4-BE49-F238E27FC236}">
                <a16:creationId xmlns:a16="http://schemas.microsoft.com/office/drawing/2014/main" id="{029CDD0A-E517-A0B3-F736-381C97EA22E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252964" y="4169664"/>
            <a:ext cx="1965962" cy="1965960"/>
          </a:xfrm>
          <a:prstGeom prst="rect">
            <a:avLst/>
          </a:prstGeom>
        </p:spPr>
      </p:pic>
      <p:pic>
        <p:nvPicPr>
          <p:cNvPr id="8" name="Gráfico 7">
            <a:extLst>
              <a:ext uri="{FF2B5EF4-FFF2-40B4-BE49-F238E27FC236}">
                <a16:creationId xmlns:a16="http://schemas.microsoft.com/office/drawing/2014/main" id="{2D24B7FD-9B94-E2F0-9CF5-ED4973B08F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113019" y="4169664"/>
            <a:ext cx="1965962" cy="1965960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4F7D28C5-279A-7930-6FD2-3FDF866DF11B}"/>
              </a:ext>
            </a:extLst>
          </p:cNvPr>
          <p:cNvSpPr txBox="1"/>
          <p:nvPr/>
        </p:nvSpPr>
        <p:spPr>
          <a:xfrm>
            <a:off x="4721272" y="3680980"/>
            <a:ext cx="274947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>
                <a:solidFill>
                  <a:schemeClr val="bg2">
                    <a:lumMod val="10000"/>
                  </a:schemeClr>
                </a:solidFill>
                <a:latin typeface="Outfit" pitchFamily="2" charset="0"/>
              </a:rPr>
              <a:t>COLOR SECUNDARIO</a:t>
            </a:r>
            <a:endParaRPr lang="es-VE" sz="2000" dirty="0">
              <a:solidFill>
                <a:schemeClr val="bg2">
                  <a:lumMod val="10000"/>
                </a:schemeClr>
              </a:solidFill>
              <a:latin typeface="Outfit" pitchFamily="2" charset="0"/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D5368C6D-06D2-A787-F24A-1FDBD6E7DFD2}"/>
              </a:ext>
            </a:extLst>
          </p:cNvPr>
          <p:cNvSpPr txBox="1"/>
          <p:nvPr/>
        </p:nvSpPr>
        <p:spPr>
          <a:xfrm>
            <a:off x="752840" y="3680980"/>
            <a:ext cx="24064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>
                <a:solidFill>
                  <a:schemeClr val="bg2">
                    <a:lumMod val="10000"/>
                  </a:schemeClr>
                </a:solidFill>
                <a:latin typeface="Outfit" pitchFamily="2" charset="0"/>
              </a:rPr>
              <a:t>COLOR PRINCIPAL</a:t>
            </a:r>
            <a:endParaRPr lang="es-VE" sz="2000" dirty="0">
              <a:solidFill>
                <a:schemeClr val="bg2">
                  <a:lumMod val="10000"/>
                </a:schemeClr>
              </a:solidFill>
              <a:latin typeface="Outfit" pitchFamily="2" charset="0"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11922D45-FBD1-6BDD-1BDC-70EDC0B7E154}"/>
              </a:ext>
            </a:extLst>
          </p:cNvPr>
          <p:cNvSpPr txBox="1"/>
          <p:nvPr/>
        </p:nvSpPr>
        <p:spPr>
          <a:xfrm>
            <a:off x="9051169" y="3680980"/>
            <a:ext cx="23695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>
                <a:solidFill>
                  <a:schemeClr val="bg1">
                    <a:lumMod val="95000"/>
                  </a:schemeClr>
                </a:solidFill>
                <a:latin typeface="Outfit" pitchFamily="2" charset="0"/>
              </a:rPr>
              <a:t>COLOR DE TEXTO</a:t>
            </a:r>
            <a:endParaRPr lang="es-VE" sz="2000" dirty="0">
              <a:solidFill>
                <a:schemeClr val="bg1">
                  <a:lumMod val="95000"/>
                </a:schemeClr>
              </a:solidFill>
              <a:latin typeface="Outfit" pitchFamily="2" charset="0"/>
            </a:endParaRP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EE293B94-A008-2029-C46F-0FBDF63F3FD6}"/>
              </a:ext>
            </a:extLst>
          </p:cNvPr>
          <p:cNvSpPr txBox="1"/>
          <p:nvPr/>
        </p:nvSpPr>
        <p:spPr>
          <a:xfrm>
            <a:off x="8065426" y="591116"/>
            <a:ext cx="3355302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VE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Outfit" pitchFamily="2" charset="0"/>
              </a:rPr>
              <a:t>Se usa una </a:t>
            </a:r>
            <a:r>
              <a:rPr lang="es-VE" sz="2000" dirty="0">
                <a:solidFill>
                  <a:srgbClr val="FF8086"/>
                </a:solidFill>
                <a:latin typeface="Outfit ExtraBold" pitchFamily="2" charset="0"/>
              </a:rPr>
              <a:t>flor de loto </a:t>
            </a:r>
            <a:r>
              <a:rPr lang="es-VE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Outfit" pitchFamily="2" charset="0"/>
              </a:rPr>
              <a:t>ya que representa la resiliencia de la planta ante las adversidades, tal y como hacemos los seres humanos para tolerar y superar los problemas.</a:t>
            </a:r>
            <a:endParaRPr lang="es-VE" sz="2000" noProof="0" dirty="0">
              <a:solidFill>
                <a:schemeClr val="tx1">
                  <a:lumMod val="85000"/>
                  <a:lumOff val="15000"/>
                </a:schemeClr>
              </a:solidFill>
              <a:latin typeface="Outfit" pitchFamily="2" charset="0"/>
            </a:endParaRP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9BCE34E9-FF56-1EF6-EABA-28412CC355FF}"/>
              </a:ext>
            </a:extLst>
          </p:cNvPr>
          <p:cNvSpPr txBox="1"/>
          <p:nvPr/>
        </p:nvSpPr>
        <p:spPr>
          <a:xfrm>
            <a:off x="0" y="6488668"/>
            <a:ext cx="1146468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Outfit" pitchFamily="2" charset="0"/>
              </a:rPr>
              <a:t>#FF9A9F</a:t>
            </a:r>
            <a:endParaRPr lang="es-VE" dirty="0">
              <a:solidFill>
                <a:schemeClr val="bg2">
                  <a:lumMod val="10000"/>
                </a:schemeClr>
              </a:solidFill>
              <a:latin typeface="Outfit" pitchFamily="2" charset="0"/>
            </a:endParaRP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F643099A-61FA-8F24-2C48-C7D2DFB2E32E}"/>
              </a:ext>
            </a:extLst>
          </p:cNvPr>
          <p:cNvSpPr txBox="1"/>
          <p:nvPr/>
        </p:nvSpPr>
        <p:spPr>
          <a:xfrm>
            <a:off x="3912107" y="6488668"/>
            <a:ext cx="1172116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Outfit" pitchFamily="2" charset="0"/>
              </a:rPr>
              <a:t>#CCFF99</a:t>
            </a:r>
            <a:endParaRPr lang="es-VE" dirty="0">
              <a:solidFill>
                <a:schemeClr val="bg2">
                  <a:lumMod val="10000"/>
                </a:schemeClr>
              </a:solidFill>
              <a:latin typeface="Outfit" pitchFamily="2" charset="0"/>
            </a:endParaRP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CD388AED-5443-F560-F2F4-64F32230EC98}"/>
              </a:ext>
            </a:extLst>
          </p:cNvPr>
          <p:cNvSpPr txBox="1"/>
          <p:nvPr/>
        </p:nvSpPr>
        <p:spPr>
          <a:xfrm>
            <a:off x="8278705" y="6488668"/>
            <a:ext cx="1096775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Outfit" pitchFamily="2" charset="0"/>
              </a:rPr>
              <a:t>#262626</a:t>
            </a:r>
            <a:endParaRPr lang="es-VE" dirty="0">
              <a:solidFill>
                <a:schemeClr val="bg2">
                  <a:lumMod val="10000"/>
                </a:schemeClr>
              </a:solidFill>
              <a:latin typeface="Outfi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70372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76</Words>
  <Application>Microsoft Office PowerPoint</Application>
  <PresentationFormat>Panorámica</PresentationFormat>
  <Paragraphs>15</Paragraphs>
  <Slides>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9" baseType="lpstr">
      <vt:lpstr>Outfit</vt:lpstr>
      <vt:lpstr>Calibri Light</vt:lpstr>
      <vt:lpstr>Outfit ExtraBold</vt:lpstr>
      <vt:lpstr>Arial</vt:lpstr>
      <vt:lpstr>Outfit Black</vt:lpstr>
      <vt:lpstr>Calibri</vt:lpstr>
      <vt:lpstr>Tema de Office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Grimm GW</dc:creator>
  <cp:lastModifiedBy>Grimm GW</cp:lastModifiedBy>
  <cp:revision>2</cp:revision>
  <dcterms:created xsi:type="dcterms:W3CDTF">2025-03-19T03:46:39Z</dcterms:created>
  <dcterms:modified xsi:type="dcterms:W3CDTF">2025-03-21T00:15:43Z</dcterms:modified>
</cp:coreProperties>
</file>